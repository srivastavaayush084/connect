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TrendTide Connect x PINQ POLKA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Campaign Proposal Presentation</a:t>
            </a:r>
          </a:p>
          <a:p>
            <a:r>
              <a:t>Too Hot To Hide Launch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of Shaper Briefs, Bodysuits &amp; Comfort Bras under the 'Too Hot To Hide' campaign.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 Narrative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UBU Everyday – You Be You</a:t>
            </a:r>
          </a:p>
          <a:p>
            <a:r>
              <a:t>Comfort-first innovation, confidence, inclusivity and fashion-meets-function.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Launches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Shaper Brief Collection (7 shades)</a:t>
            </a:r>
          </a:p>
          <a:p>
            <a:r>
              <a:t>• Bodysuit Collection (6 Gen-Z shades)</a:t>
            </a:r>
          </a:p>
          <a:p>
            <a:r>
              <a:t>• Comfort Bra Collection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Influencer Marketing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 &amp; Nano creators</a:t>
            </a:r>
          </a:p>
          <a:p>
            <a:r>
              <a:t>UGC-led storytelling</a:t>
            </a:r>
          </a:p>
          <a:p>
            <a:r>
              <a:t>Fashion, lifestyle, travel &amp; body-confidence creators.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Hot Girl Summer</a:t>
            </a:r>
          </a:p>
          <a:p>
            <a:r>
              <a:t>Vacation Styling</a:t>
            </a:r>
          </a:p>
          <a:p>
            <a:r>
              <a:t>Day-to-Night Looks</a:t>
            </a:r>
          </a:p>
          <a:p>
            <a:r>
              <a:t>Comfort Challenge</a:t>
            </a:r>
          </a:p>
          <a:p>
            <a:r>
              <a:t>Color-of-the-Day Series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Photoshoot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Lifestyle imagery</a:t>
            </a:r>
          </a:p>
          <a:p>
            <a:r>
              <a:t>Product-focused photography</a:t>
            </a:r>
          </a:p>
          <a:p>
            <a:r>
              <a:t>Fashion-forward styling and campaign assets.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Video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Flagship Campaign Film</a:t>
            </a:r>
          </a:p>
          <a:p>
            <a:r>
              <a:t>3-4 Short Episodes</a:t>
            </a:r>
          </a:p>
          <a:p>
            <a:r>
              <a:t>Trend-driven social-first storytelling.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UGC Performance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15-20 UGC videos optimized for paid ads, social media and e-commerce conversion.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TrendTide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Creator Network</a:t>
            </a:r>
          </a:p>
          <a:p>
            <a:r>
              <a:t>Performance Marketing Expertise</a:t>
            </a:r>
          </a:p>
          <a:p>
            <a:r>
              <a:t>Fashion &amp; Lifestyle Campaign Experience</a:t>
            </a:r>
          </a:p>
          <a:p>
            <a:r>
              <a:t>End-to-End Execution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Brand Awareness</a:t>
            </a:r>
          </a:p>
          <a:p>
            <a:r>
              <a:t>Higher Engagement</a:t>
            </a:r>
          </a:p>
          <a:p>
            <a:r>
              <a:t>Product Discovery</a:t>
            </a:r>
          </a:p>
          <a:p>
            <a:r>
              <a:t>Conversion-focused Creative Assets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by TrendTide Connect for PINQ POLKA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